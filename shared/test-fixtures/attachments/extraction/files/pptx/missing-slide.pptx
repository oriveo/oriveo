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01"/>
    <p:sldId id="257" r:id="rId102"/>
    <p:sldId id="258" r:id="rId10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01" Type="http://schemas.openxmlformats.org/officeDocument/2006/relationships/slide" Target="slides/slide1.xml"/><Relationship Id="rId10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48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49" name="Shap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Third</a:t>
            </a:r>
          </a:p>
        </p:txBody>
      </p:sp>
    </p:spTree>
  </p:cSld>
  <p:clrMapOvr>
    <a:masterClrMapping/>
  </p:clrMapOvr>
</p:sld>
</file>