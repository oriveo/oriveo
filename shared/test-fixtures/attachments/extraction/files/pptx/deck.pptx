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03"/>
    <p:sldId id="257" r:id="rId101"/>
    <p:sldId id="258" r:id="rId112"/>
    <p:sldId id="259" r:id="rId102"/>
    <p:sldId id="260" r:id="rId110"/>
    <p:sldId id="261" r:id="rId104"/>
    <p:sldId id="262" r:id="rId111"/>
    <p:sldId id="263" r:id="rId105"/>
    <p:sldId id="264" r:id="rId109"/>
    <p:sldId id="265" r:id="rId106"/>
    <p:sldId id="266" r:id="rId108"/>
    <p:sldId id="267" r:id="rId107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Shape"/>
          <p:cNvSpPr/>
          <p:nvPr>
            <p:ph type="sldImg"/>
          </p:nvPr>
        </p:nvSpPr>
        <p:spPr/>
        <p:txBody>
          <a:bodyPr/>
          <a:lstStyle/>
        </p:txBody>
      </p:sp>
      <p:sp>
        <p:nvSpPr>
          <p:cNvPr id="43" name="Shape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line 1</a:t>
            </a:r>
          </a:p>
          <a:p>
            <a:r>
              <a:rPr lang="en-US"/>
              <a:t>Speaker note line 2</a:t>
            </a:r>
          </a:p>
        </p:txBody>
      </p:sp>
      <p:sp>
        <p:nvSpPr>
          <p:cNvPr id="44" name="Shape"/>
          <p:cNvSpPr/>
          <p:nvPr>
            <p:ph type="sldNum" idx="5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</p:spTree>
  </p:cSld>
</p:note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15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6" name="Shape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Intro</a:t>
            </a:r>
          </a:p>
          <a:p>
            <a:r>
              <a:rPr lang="en-US"/>
              <a:t>Plan</a:t>
            </a:r>
          </a:p>
          <a:p>
            <a:r>
              <a:rPr lang="en-US"/>
              <a:t>Q&amp;A</a:t>
            </a:r>
          </a:p>
          <a:p>
            <a:r>
              <a:t>Line A</a:t>
            </a:r>
            <a:br>
              <a:rPr/>
            </a:br>
            <a:r>
              <a:t>Line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19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Grouped</a:t>
            </a:r>
          </a:p>
        </p:txBody>
      </p:sp>
      <p:grpSp>
        <p:nvGrpSpPr>
          <p:cNvPr id="23" name="Group"/>
          <p:cNvGrpSpPr/>
          <p:nvPr/>
        </p:nvGrpSpPr>
        <p:grpSpPr/>
        <p:sp>
          <p:nvSpPr>
            <p:cNvPr id="20" name="Shape"/>
            <p:cNvSpPr/>
            <p:nvPr/>
          </p:nvSpPr>
          <p:spPr/>
          <p:txBody>
            <a:bodyPr/>
            <a:lstStyle/>
            <a:p>
              <a:r>
                <a:rPr lang="en-US"/>
                <a:t>Group one</a:t>
              </a:r>
            </a:p>
          </p:txBody>
        </p:sp>
        <p:grpSp>
          <p:nvGrpSpPr>
            <p:cNvPr id="22" name="Group"/>
            <p:cNvGrpSpPr/>
            <p:nvPr/>
          </p:nvGrpSpPr>
          <p:grpSpPr/>
          <p:sp>
            <p:nvSpPr>
              <p:cNvPr id="21" name="Shape"/>
              <p:cNvSpPr/>
              <p:nvPr/>
            </p:nvSpPr>
            <p:spPr/>
            <p:txBody>
              <a:bodyPr/>
              <a:lstStyle/>
              <a:p>
                <a:r>
                  <a:rPr lang="en-US"/>
                  <a:t>Group two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10" name="Shape"/>
          <p:cNvSpPr/>
          <p:nvPr>
            <p:ph type="ctrTitle"/>
          </p:nvPr>
        </p:nvSpPr>
        <p:spPr/>
        <p:txBody>
          <a:bodyPr/>
          <a:lstStyle/>
          <a:p>
            <a:r>
              <a:rPr lang="en-US"/>
              <a:t>Welcome Deck</a:t>
            </a:r>
          </a:p>
        </p:txBody>
      </p:sp>
      <p:sp>
        <p:nvSpPr>
          <p:cNvPr id="11" name="Shape"/>
          <p:cNvSpPr/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here</a:t>
            </a:r>
          </a:p>
        </p:txBody>
      </p:sp>
      <p:sp>
        <p:nvSpPr>
          <p:cNvPr id="12" name="Shape"/>
          <p:cNvSpPr/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2026-01-01</a:t>
            </a:r>
          </a:p>
        </p:txBody>
      </p:sp>
      <p:sp>
        <p:nvSpPr>
          <p:cNvPr id="13" name="Shape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14" name="Shape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6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With notes</a:t>
            </a:r>
          </a:p>
        </p:txBody>
      </p:sp>
      <p:sp>
        <p:nvSpPr>
          <p:cNvPr id="27" name="Shape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Main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ph type="title"/>
          </p:nvPr>
        </p:nvSpPr>
        <p:spPr/>
        <p:txBody>
          <a:bodyPr/>
          <a:lstStyle/>
          <a:p>
            <a:r>
              <a:t>Two</a:t>
            </a:r>
            <a:br/>
            <a:r>
              <a:t>Lines</a:t>
            </a:r>
          </a:p>
        </p:txBody>
      </p:sp>
      <p:sp>
        <p:nvSpPr>
          <p:cNvPr id="32" name="Shape"/>
          <p:cNvSpPr/>
          <p:nvPr>
            <p:ph idx="1"/>
          </p:nvPr>
        </p:nvSpPr>
        <p:spPr/>
        <p:txBody>
          <a:bodyPr/>
          <a:lstStyle/>
          <a:p>
            <a:r>
              <a:t xml:space="preserve">Page </a:t>
            </a:r>
            <a:fld id="{B6F15528-21DE-4FAA-801E-634DDDAF4B2B}" type="slidenum">
              <a:rPr/>
              <a:t>8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34" name="Shape"/>
          <p:cNvSpPr/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Shape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After empty title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40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  <p:sp>
        <p:nvSpPr>
          <p:cNvPr id="41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36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Pictures</a:t>
            </a:r>
          </a:p>
        </p:txBody>
      </p:sp>
      <p:pic>
        <p:nvPicPr>
          <p:cNvPr id="37" name="Picture" descr="alt text"/>
          <p:cNvPicPr/>
          <p:nvPr/>
        </p:nvPicPr>
        <p:blipFill/>
        <p:spPr/>
      </p:pic>
      <p:cxnSp>
        <p:nvCxnSpPr>
          <p:cNvPr id="38" name="Connector"/>
          <p:cNvCxnSpPr/>
          <p:nvPr/>
        </p:nvCxnSpPr>
        <p:spPr/>
      </p:cxnSp>
      <p:sp>
        <p:nvSpPr>
          <p:cNvPr id="39" name="Shape"/>
          <p:cNvSpPr/>
          <p:nvPr/>
        </p:nvSpPr>
        <p:spPr/>
        <p:txBody>
          <a:bodyPr/>
          <a:lstStyle/>
          <a:p/>
          <a:p>
            <a:r>
              <a:t xml:space="preserve">   </a:t>
            </a:r>
          </a:p>
          <a:p>
            <a:r>
              <a:rPr lang="en-US"/>
              <a:t>Visible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33" name="Shape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Untitled body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4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Table</a:t>
            </a:r>
          </a:p>
        </p:txBody>
      </p:sp>
      <p:graphicFrame>
        <p:nvGraphicFramePr>
          <p:cNvPr id="25" name="Table"/>
          <p:cNvGraphicFramePr/>
          <p:nvPr/>
        </p:nvGraphicFramePr>
        <p:xfrm>
          <a:off x="0" y="0"/>
          <a:ext cx="6000000" cy="1000000"/>
        </p:xfrm>
        <a:graphic>
          <a:graphicData uri="http://schemas.openxmlformats.org/drawingml/2006/table">
            <a:tbl>
              <a:tblPr/>
              <a:tblGrid>
                <a:gridCol w="2000000"/>
                <a:gridCol w="2000000"/>
                <a:gridCol w="2000000"/>
              </a:tblGrid>
              <a:tr h="300000">
                <a:tc gridSpan="2">
                  <a:txBody>
                    <a:bodyPr/>
                    <a:lstStyle/>
                    <a:p>
                      <a:r>
                        <a:rPr lang="en-US"/>
                        <a:t>H1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H3</a:t>
                      </a:r>
                    </a:p>
                  </a:txBody>
                  <a:tcPr/>
                </a:tc>
              </a:tr>
              <a:tr h="300000">
                <a:tc rowSpan="2"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</a:tr>
              <a:tr h="300000">
                <a:tc vMerge="1">
                  <a:txBody>
                    <a:bodyPr/>
                    <a:lstStyle/>
                    <a:p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8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Alternate</a:t>
            </a:r>
          </a:p>
        </p:txBody>
      </p:sp>
      <mc:AlternateContent>
        <mc:Choice Requires="p14">
          <p:sp>
            <p:nvSpPr>
              <p:cNvPr id="29" name="Shape"/>
              <p:cNvSpPr/>
              <p:nvPr/>
            </p:nvSpPr>
            <p:spPr/>
            <p:txBody>
              <a:bodyPr/>
              <a:lstStyle/>
              <a:p>
                <a:r>
                  <a:rPr lang="en-US"/>
                  <a:t>Choice text</a:t>
                </a:r>
              </a:p>
            </p:txBody>
          </p:sp>
        </mc:Choice>
        <mc:Fallback>
          <p:sp>
            <p:nvSpPr>
              <p:cNvPr id="30" name="Shape"/>
              <p:cNvSpPr/>
              <p:nvPr/>
            </p:nvSpPr>
            <p:spPr/>
            <p:txBody>
              <a:bodyPr/>
              <a:lstStyle/>
              <a:p>
                <a:r>
                  <a:rPr lang="en-US"/>
                  <a:t>Fallback text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show="0">
  <p:cSld>
    <p:spTree>
      <p:nvGrpSpPr>
        <p:cNvPr id="1" name=""/>
        <p:cNvGrpSpPr/>
        <p:nvPr/>
      </p:nvGrpSpPr>
      <p:grpSpPr/>
      <p:sp>
        <p:nvSpPr>
          <p:cNvPr id="17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Hidden slide</a:t>
            </a:r>
          </a:p>
        </p:txBody>
      </p:sp>
      <p:sp>
        <p:nvSpPr>
          <p:cNvPr id="18" name="Shape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Secret stuff</a:t>
            </a:r>
          </a:p>
        </p:txBody>
      </p:sp>
    </p:spTree>
  </p:cSld>
  <p:clrMapOvr>
    <a:masterClrMapping/>
  </p:clrMapOvr>
</p:sld>
</file>